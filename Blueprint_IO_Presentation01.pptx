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3597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7207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1853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2589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1686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4191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1973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9621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16462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9559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52226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8002001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44054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62014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5127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71217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34946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22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ransition spd="slow">
    <p:push dir="u"/>
  </p:transition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Blueprint.io</a:t>
            </a:r>
          </a:p>
          <a:p>
            <a:pPr algn="l"/>
            <a:r>
              <a:t>From Plain Text to Editable C4 Diagrams in Seconds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Blueprint.io?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AI-powered architecture visualization platform</a:t>
            </a:r>
          </a:p>
          <a:p>
            <a:pPr algn="l"/>
            <a:r>
              <a:t>Converts plain English into editable C4 diagrams</a:t>
            </a:r>
          </a:p>
          <a:p>
            <a:pPr algn="l"/>
            <a:r>
              <a:t>Integrated with Draw.io canvas</a:t>
            </a:r>
          </a:p>
          <a:p>
            <a:pPr algn="l"/>
            <a:r>
              <a:t>Built with modern Glassmorphism UI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Manual architecture diagramming is time-consuming</a:t>
            </a:r>
          </a:p>
          <a:p>
            <a:pPr algn="l"/>
            <a:r>
              <a:t>Teams spend hours aligning boxes and connections</a:t>
            </a:r>
          </a:p>
          <a:p>
            <a:pPr algn="l"/>
            <a:r>
              <a:t>Documentation becomes outdated quickly</a:t>
            </a:r>
          </a:p>
          <a:p>
            <a:pPr algn="l"/>
            <a:r>
              <a:t>Static AI images are difficult to edit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Generate architecture diagrams from natural language</a:t>
            </a:r>
          </a:p>
          <a:p>
            <a:pPr algn="l"/>
            <a:r>
              <a:t>Automatic C4 standard compliance</a:t>
            </a:r>
          </a:p>
          <a:p>
            <a:pPr algn="l"/>
            <a:r>
              <a:t>Editable Draw.io canvas</a:t>
            </a:r>
          </a:p>
          <a:p>
            <a:pPr algn="l"/>
            <a:r>
              <a:t>Instant diagram generation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Describe the system in plain English</a:t>
            </a:r>
          </a:p>
          <a:p>
            <a:pPr algn="l"/>
            <a:r>
              <a:t>2. Choose C4 diagram level</a:t>
            </a:r>
          </a:p>
          <a:p>
            <a:pPr algn="l"/>
            <a:r>
              <a:t>3. AI generates Draw.io XML</a:t>
            </a:r>
          </a:p>
          <a:p>
            <a:pPr algn="l"/>
            <a:r>
              <a:t>4. Live editable diagram appears</a:t>
            </a:r>
          </a:p>
          <a:p>
            <a:pPr algn="l"/>
            <a:r>
              <a:t>5. Export PNG or XML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C4 Diagram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Level 1 – Context Diagram</a:t>
            </a:r>
          </a:p>
          <a:p>
            <a:pPr algn="l"/>
            <a:r>
              <a:t>Level 2 – Container Diagram</a:t>
            </a:r>
          </a:p>
          <a:p>
            <a:pPr algn="l"/>
            <a:r>
              <a:t>Level 3 – Component Diagram</a:t>
            </a:r>
          </a:p>
          <a:p>
            <a:pPr algn="l"/>
            <a:r>
              <a:t>Level 4 – Code Diagram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AI-powered generation</a:t>
            </a:r>
          </a:p>
          <a:p>
            <a:pPr algn="l"/>
            <a:r>
              <a:t>Full C4 framework support</a:t>
            </a:r>
          </a:p>
          <a:p>
            <a:pPr algn="l"/>
            <a:r>
              <a:t>Editable Draw.io integration</a:t>
            </a:r>
          </a:p>
          <a:p>
            <a:pPr algn="l"/>
            <a:r>
              <a:t>Professional architecture standards</a:t>
            </a:r>
          </a:p>
          <a:p>
            <a:pPr algn="l"/>
            <a:r>
              <a:t>Docs-as-Code support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Blueprint.io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Saves significant time</a:t>
            </a:r>
          </a:p>
          <a:p>
            <a:pPr algn="l"/>
            <a:r>
              <a:t>Reduces manual effort</a:t>
            </a:r>
          </a:p>
          <a:p>
            <a:pPr algn="l"/>
            <a:r>
              <a:t>Improves documentation quality</a:t>
            </a:r>
          </a:p>
          <a:p>
            <a:pPr algn="l"/>
            <a:r>
              <a:t>Combines AI speed with human control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Frontend: Modern web app</a:t>
            </a:r>
          </a:p>
          <a:p>
            <a:pPr algn="l"/>
            <a:r>
              <a:t>AI Engine: Google Gemini AI</a:t>
            </a:r>
          </a:p>
          <a:p>
            <a:pPr algn="l"/>
            <a:r>
              <a:t>Diagram Engine: Draw.io</a:t>
            </a:r>
          </a:p>
          <a:p>
            <a:pPr algn="l"/>
            <a:r>
              <a:t>Exports: PNG and XML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Software architecture documentation</a:t>
            </a:r>
          </a:p>
          <a:p>
            <a:pPr algn="l"/>
            <a:r>
              <a:t>Developer collaboration</a:t>
            </a:r>
          </a:p>
          <a:p>
            <a:pPr algn="l"/>
            <a:r>
              <a:t>Stakeholder communication</a:t>
            </a:r>
          </a:p>
          <a:p>
            <a:pPr algn="l"/>
            <a:r>
              <a:t>Agile sprint planning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Faster than manual diagram tools</a:t>
            </a:r>
          </a:p>
          <a:p>
            <a:pPr algn="l"/>
            <a:r>
              <a:t>Editable unlike static AI images</a:t>
            </a:r>
          </a:p>
          <a:p>
            <a:pPr algn="l"/>
            <a:r>
              <a:t>C4-compliant architecture generation</a:t>
            </a:r>
          </a:p>
          <a:p>
            <a:pPr algn="l"/>
            <a:r>
              <a:t>Version control friendly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Real-time collaboration</a:t>
            </a:r>
          </a:p>
          <a:p>
            <a:pPr algn="l"/>
            <a:r>
              <a:t>Kubernetes visualization</a:t>
            </a:r>
          </a:p>
          <a:p>
            <a:pPr algn="l"/>
            <a:r>
              <a:t>CI/CD integration</a:t>
            </a:r>
          </a:p>
          <a:p>
            <a:pPr algn="l"/>
            <a:r>
              <a:t>Repository auto-import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Blueprint.io modernizes architecture documentation</a:t>
            </a:r>
          </a:p>
          <a:p>
            <a:pPr algn="l"/>
            <a:r>
              <a:t>AI + Editable diagrams = faster workflows</a:t>
            </a:r>
          </a:p>
          <a:p>
            <a:pPr algn="l"/>
            <a:r>
              <a:t>Professional, scalable, and collaborative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Questions &amp; Discussion</a:t>
            </a:r>
          </a:p>
        </p:txBody>
      </p:sp>
    </p:spTree>
  </p:cSld>
  <p:clrMapOvr>
    <a:masterClrMapping/>
  </p:clrMapOvr>
  <p:transition spd="slow">
    <p:wheel spokes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272</Words>
  <Application>Microsoft Office PowerPoint</Application>
  <PresentationFormat>On-screen Show (4:3)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Title</vt:lpstr>
      <vt:lpstr>What is Blueprint.io?</vt:lpstr>
      <vt:lpstr>Problem Statement</vt:lpstr>
      <vt:lpstr>Solution</vt:lpstr>
      <vt:lpstr>Workflow</vt:lpstr>
      <vt:lpstr>C4 Diagram Levels</vt:lpstr>
      <vt:lpstr>Key Features</vt:lpstr>
      <vt:lpstr>Why Blueprint.io Matters</vt:lpstr>
      <vt:lpstr>Technical Architecture</vt:lpstr>
      <vt:lpstr>Use Cases</vt:lpstr>
      <vt:lpstr>Competitive Advantage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Avinash Yendamuri</dc:creator>
  <cp:keywords/>
  <dc:description>generated using python-pptx</dc:description>
  <cp:lastModifiedBy>Avinash Yendamuri</cp:lastModifiedBy>
  <cp:revision>2</cp:revision>
  <dcterms:created xsi:type="dcterms:W3CDTF">2013-01-27T09:14:16Z</dcterms:created>
  <dcterms:modified xsi:type="dcterms:W3CDTF">2026-05-13T16:03:53Z</dcterms:modified>
  <cp:category/>
</cp:coreProperties>
</file>